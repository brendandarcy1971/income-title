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anchors the cost claim in a simple designed stack.</a:t>
            </a:r>
          </a:p>
          <a:p/>
          <a:p>
            <a:r>
              <a:t>The key point is that 350k is not treated as optimism. It is treated as a governed target composed of two envelopes: serviced land and build delivery.</a:t>
            </a:r>
          </a:p>
          <a:p/>
          <a:p>
            <a:r>
              <a:t>The assumptions panel states the operating controls needed to keep cost inside that envelope: standard product, repeatable lots, and competitive delivery under compliance rules.</a:t>
            </a:r>
          </a:p>
          <a:p/>
          <a:p>
            <a:r>
              <a:t>Transition to procurement architecture next: the mechanism that turns this cost design into executable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41414"/>
                </a:solidFill>
              </a:defRPr>
            </a:pPr>
            <a:r>
              <a:t>Cost Structure and Target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155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64646"/>
                </a:solidFill>
              </a:defRPr>
            </a:pPr>
            <a:r>
              <a:t>The $350k target is a designed outcome, not a hope: indicative split is ~$100k serviced land + ~$250k build.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7178040" cy="452628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307592"/>
            <a:ext cx="6885431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Target Cost Stack Per Dwelling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2638697"/>
            <a:ext cx="1828800" cy="2481942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60420" y="38796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$250k</a:t>
            </a:r>
            <a:br/>
            <a:r>
              <a:t>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7539" y="1645920"/>
            <a:ext cx="1828800" cy="992777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0420" y="214230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$100k</a:t>
            </a:r>
            <a:br/>
            <a:r>
              <a:t>Serviced 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8979" y="144475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464646"/>
                </a:solidFill>
              </a:defRPr>
            </a:pPr>
            <a:r>
              <a:t>Total target: $350k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645920"/>
            <a:ext cx="1874519" cy="361188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7568" y="1737360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64646"/>
                </a:solidFill>
              </a:defRPr>
            </a:pPr>
            <a:r>
              <a:t>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5856" y="1947672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• Standardised product 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5856" y="2221991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• Repeatable procurement 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5856" y="2496311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• Serviced land discipline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5856" y="2770631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• Multi-contractor competition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6" y="3044951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• QA and compliance controls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234440"/>
            <a:ext cx="3931920" cy="452628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4424" y="1307592"/>
            <a:ext cx="36393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Target Economics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64424" y="1618488"/>
            <a:ext cx="3639312" cy="36576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1691640"/>
            <a:ext cx="13258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464646"/>
                </a:solidFill>
              </a:defRPr>
            </a:pPr>
            <a:r>
              <a:t>Design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1691640"/>
            <a:ext cx="2011679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$350k total delivered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64424" y="2057400"/>
            <a:ext cx="3639312" cy="36576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2130552"/>
            <a:ext cx="13258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464646"/>
                </a:solidFill>
              </a:defRPr>
            </a:pPr>
            <a:r>
              <a:t>Land envelope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2130552"/>
            <a:ext cx="2011679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~$100k serviced land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64424" y="2496312"/>
            <a:ext cx="3639312" cy="36576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4152" y="2569464"/>
            <a:ext cx="13258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464646"/>
                </a:solidFill>
              </a:defRPr>
            </a:pPr>
            <a:r>
              <a:t>Build envelope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2569464"/>
            <a:ext cx="2011679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~$250k construction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64424" y="2935224"/>
            <a:ext cx="3639312" cy="36576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4152" y="3008376"/>
            <a:ext cx="13258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464646"/>
                </a:solidFill>
              </a:defRPr>
            </a:pPr>
            <a:r>
              <a:t>Guardrail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008376"/>
            <a:ext cx="2011679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Template + procurement discipline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870448"/>
            <a:ext cx="11338560" cy="640080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0807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Target economics are achieved by product standardisation and procurement design, not by assuming market prices will self-correct.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Slide basis: docs/slides/slide-map.md (Section 9 target split).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