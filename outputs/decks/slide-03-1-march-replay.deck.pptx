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a standalone replay moment between the quote wall and technical diagnosis.</a:t>
            </a:r>
          </a:p>
          <a:p/>
          <a:p>
            <a:r>
              <a:t>Use it to let audience members hear the emotional and practical stress in direct language before transitioning back to data and mechanism.</a:t>
            </a:r>
          </a:p>
          <a:p/>
          <a:p>
            <a:r>
              <a:t>If needed, acknowledge that speech fragments can be compressed for time, while the full transcript remains in the research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reenshot 2026-06-28 at 11.33.45 am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146304"/>
            <a:ext cx="111556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41414"/>
                </a:solidFill>
              </a:defRPr>
            </a:pPr>
            <a:r>
              <a:t>Replay: March for Australia Voices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155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464646"/>
                </a:solidFill>
              </a:defRPr>
            </a:pPr>
            <a:r>
              <a:t>Verbatim-style excerpts from participant speech in research notes.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5349240" cy="2788920"/>
          </a:xfrm>
          <a:prstGeom prst="rect">
            <a:avLst/>
          </a:prstGeom>
          <a:solidFill>
            <a:srgbClr val="F8FAFC"/>
          </a:solidFill>
          <a:ln>
            <a:solidFill>
              <a:srgbClr val="D7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09728" cy="2788920"/>
          </a:xfrm>
          <a:prstGeom prst="rect">
            <a:avLst/>
          </a:prstGeom>
          <a:solidFill>
            <a:srgbClr val="C65E1F"/>
          </a:solidFill>
          <a:ln>
            <a:solidFill>
              <a:srgbClr val="C65E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1453895"/>
            <a:ext cx="502005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464646"/>
                </a:solidFill>
              </a:defRPr>
            </a:pPr>
            <a:r>
              <a:t>Speaker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1764792"/>
            <a:ext cx="4946903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4"/>
                </a:solidFill>
              </a:defRPr>
            </a:pPr>
            <a:r>
              <a:t>"They're creating voting blocks in 15 minute cities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2075688"/>
            <a:ext cx="4946903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4"/>
                </a:solidFill>
              </a:defRPr>
            </a:pPr>
            <a:r>
              <a:t>where your kids will never see a backyard."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6792" y="1325880"/>
            <a:ext cx="5349240" cy="2788920"/>
          </a:xfrm>
          <a:prstGeom prst="rect">
            <a:avLst/>
          </a:prstGeom>
          <a:solidFill>
            <a:srgbClr val="F8FAFC"/>
          </a:solidFill>
          <a:ln>
            <a:solidFill>
              <a:srgbClr val="D7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36792" y="1325880"/>
            <a:ext cx="109728" cy="2788920"/>
          </a:xfrm>
          <a:prstGeom prst="rect">
            <a:avLst/>
          </a:prstGeom>
          <a:solidFill>
            <a:srgbClr val="C65E1F"/>
          </a:solidFill>
          <a:ln>
            <a:solidFill>
              <a:srgbClr val="C65E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1453895"/>
            <a:ext cx="502005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464646"/>
                </a:solidFill>
              </a:defRPr>
            </a:pPr>
            <a:r>
              <a:t>Speaker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4536" y="1764792"/>
            <a:ext cx="4946903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4"/>
                </a:solidFill>
              </a:defRPr>
            </a:pPr>
            <a:r>
              <a:t>"I can't sell that dream to my workmates, and it's not good enough."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4536" y="2075688"/>
            <a:ext cx="4946903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4"/>
                </a:solidFill>
              </a:defRPr>
            </a:pPr>
            <a:r>
              <a:t>"How are you going to pay for an $800,000 mortgage?"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4536" y="2386584"/>
            <a:ext cx="4946903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4"/>
                </a:solidFill>
              </a:defRPr>
            </a:pPr>
            <a:r>
              <a:t>"People are protesting because they feel locked out."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4536" y="2697479"/>
            <a:ext cx="4946903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4"/>
                </a:solidFill>
              </a:defRPr>
            </a:pPr>
            <a:r>
              <a:t>"We can't build enough homes to house people in this country."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370832"/>
            <a:ext cx="11192256" cy="1298448"/>
          </a:xfrm>
          <a:prstGeom prst="rect">
            <a:avLst/>
          </a:prstGeom>
          <a:solidFill>
            <a:srgbClr val="FCFDFE"/>
          </a:solidFill>
          <a:ln>
            <a:solidFill>
              <a:srgbClr val="D7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4517136"/>
            <a:ext cx="10698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64646"/>
                </a:solidFill>
              </a:defRPr>
            </a:pPr>
            <a:r>
              <a:t>Why this replay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791456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41414"/>
                </a:solidFill>
              </a:defRPr>
            </a:pPr>
            <a:r>
              <a:t>These comments capture a lived-experience narrative: blocked ownership, debt anxiety, family-formation pressure, and distrust in delivery systems.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5897880"/>
            <a:ext cx="11338560" cy="640080"/>
          </a:xfrm>
          <a:prstGeom prst="rect">
            <a:avLst/>
          </a:prstGeom>
          <a:solidFill>
            <a:srgbClr val="F5F7FA"/>
          </a:solidFill>
          <a:ln>
            <a:solidFill>
              <a:srgbClr val="D7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6099048"/>
            <a:ext cx="10881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4"/>
                </a:solidFill>
              </a:defRPr>
            </a:pPr>
            <a:r>
              <a:t>Replay framing only. Full transcript references are in research/quotes.txt under Save Australia.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